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9"/>
  </p:notesMasterIdLst>
  <p:handoutMasterIdLst>
    <p:handoutMasterId r:id="rId10"/>
  </p:handoutMasterIdLst>
  <p:sldIdLst>
    <p:sldId id="317" r:id="rId5"/>
    <p:sldId id="308" r:id="rId6"/>
    <p:sldId id="278" r:id="rId7"/>
    <p:sldId id="30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70" d="100"/>
          <a:sy n="70" d="100"/>
        </p:scale>
        <p:origin x="536" y="3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8/1/2025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8/1/2025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INTERACTIVE MAP FOR LOCAL SERVICES</a:t>
            </a:r>
          </a:p>
        </p:txBody>
      </p:sp>
      <p:sp>
        <p:nvSpPr>
          <p:cNvPr id="2" name="TextBox 1">
            <a:extLst>
              <a:ext uri="{FF2B5EF4-FFF2-40B4-BE49-F238E27FC236}">
                <a16:creationId xmlns:a16="http://schemas.microsoft.com/office/drawing/2014/main" id="{C5D83888-6308-C11A-5FBB-CFBCC423B90C}"/>
              </a:ext>
            </a:extLst>
          </p:cNvPr>
          <p:cNvSpPr txBox="1"/>
          <p:nvPr/>
        </p:nvSpPr>
        <p:spPr>
          <a:xfrm>
            <a:off x="8311896" y="5943600"/>
            <a:ext cx="3657600" cy="769441"/>
          </a:xfrm>
          <a:prstGeom prst="rect">
            <a:avLst/>
          </a:prstGeom>
          <a:noFill/>
        </p:spPr>
        <p:txBody>
          <a:bodyPr wrap="square" rtlCol="0">
            <a:spAutoFit/>
          </a:bodyPr>
          <a:lstStyle/>
          <a:p>
            <a:r>
              <a:rPr lang="en-US" sz="4400" b="1" dirty="0"/>
              <a:t>TEAM-6</a:t>
            </a:r>
            <a:endParaRPr lang="en-IN" sz="4400" b="1"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340614" y="841248"/>
            <a:ext cx="5641848" cy="1399032"/>
          </a:xfrm>
        </p:spPr>
        <p:txBody>
          <a:bodyPr/>
          <a:lstStyle/>
          <a:p>
            <a:r>
              <a:rPr lang="en-US" dirty="0"/>
              <a:t>INTRODUCTION</a:t>
            </a:r>
          </a:p>
        </p:txBody>
      </p:sp>
      <p:sp>
        <p:nvSpPr>
          <p:cNvPr id="6" name="TextBox 5">
            <a:extLst>
              <a:ext uri="{FF2B5EF4-FFF2-40B4-BE49-F238E27FC236}">
                <a16:creationId xmlns:a16="http://schemas.microsoft.com/office/drawing/2014/main" id="{E2656C83-9B1E-9E32-B667-5054AD0DCCE6}"/>
              </a:ext>
            </a:extLst>
          </p:cNvPr>
          <p:cNvSpPr txBox="1"/>
          <p:nvPr/>
        </p:nvSpPr>
        <p:spPr>
          <a:xfrm>
            <a:off x="258318" y="2240280"/>
            <a:ext cx="6094476" cy="3970318"/>
          </a:xfrm>
          <a:prstGeom prst="rect">
            <a:avLst/>
          </a:prstGeom>
          <a:noFill/>
        </p:spPr>
        <p:txBody>
          <a:bodyPr wrap="square">
            <a:spAutoFit/>
          </a:bodyPr>
          <a:lstStyle/>
          <a:p>
            <a:r>
              <a:rPr lang="en-IN" dirty="0"/>
              <a:t>This project is an Interactive Map for Verified Local Services, developed using React JS, HTML, CSS, and JavaScript. Unlike traditional mapping applications, it focuses on providing a clean, focused, and real-time interface for users to discover essential services in their area. The map integrates voice search, tag-based community feedback, and an admin-controlled database to ensure only verified and relevant services are displayed. Designed for niche audiences such as students, women, or rural communities, the platform allows users to filter services by custom tags, like “Safe,” “Affordable,” or “Open Now,” making the experience both efficient and personalized .This project bridges the gap between complex, general-purpose maps and the need for lightweight, purposeful, and trusted service discovery, especially in areas where reliability and relevance matter the most.</a:t>
            </a:r>
          </a:p>
        </p:txBody>
      </p:sp>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121349" y="-137160"/>
            <a:ext cx="5449824" cy="1280160"/>
          </a:xfrm>
        </p:spPr>
        <p:txBody>
          <a:bodyPr anchor="b"/>
          <a:lstStyle/>
          <a:p>
            <a:r>
              <a:rPr lang="en-US" dirty="0"/>
              <a:t>OUTCOMES</a:t>
            </a:r>
          </a:p>
        </p:txBody>
      </p:sp>
      <p:sp>
        <p:nvSpPr>
          <p:cNvPr id="7" name="TextBox 6">
            <a:extLst>
              <a:ext uri="{FF2B5EF4-FFF2-40B4-BE49-F238E27FC236}">
                <a16:creationId xmlns:a16="http://schemas.microsoft.com/office/drawing/2014/main" id="{301E0C3C-A129-90BD-261A-F3B68B408858}"/>
              </a:ext>
            </a:extLst>
          </p:cNvPr>
          <p:cNvSpPr txBox="1"/>
          <p:nvPr/>
        </p:nvSpPr>
        <p:spPr>
          <a:xfrm>
            <a:off x="425196" y="1336560"/>
            <a:ext cx="10227564" cy="4708981"/>
          </a:xfrm>
          <a:prstGeom prst="rect">
            <a:avLst/>
          </a:prstGeom>
          <a:noFill/>
        </p:spPr>
        <p:txBody>
          <a:bodyPr wrap="square">
            <a:spAutoFit/>
          </a:bodyPr>
          <a:lstStyle/>
          <a:p>
            <a:r>
              <a:rPr lang="en-IN" sz="2000" dirty="0"/>
              <a:t>✅ Real-Time Service Visibility: Users can view whether services are currently open, closed, or crowded, with live updates powered by Firebase.</a:t>
            </a:r>
          </a:p>
          <a:p>
            <a:r>
              <a:rPr lang="en-IN" sz="2000" dirty="0"/>
              <a:t>✅ Voice-Enabled Search: Integrated voice search using the Web Speech API enables faster and more accessible service lookup, especially useful for elderly users or on-the-go searches.</a:t>
            </a:r>
          </a:p>
          <a:p>
            <a:r>
              <a:rPr lang="en-IN" sz="2000" dirty="0"/>
              <a:t>✅ Tag-Based Community Feedback: Instead of relying on long reviews, the app uses a simple, efficient tag system where users vote on tags like “Safe”, “Affordable”, “Women-Friendly”, “Open Now”, and more — making feedback more visual and actionable.</a:t>
            </a:r>
          </a:p>
          <a:p>
            <a:r>
              <a:rPr lang="en-IN" sz="2000" dirty="0"/>
              <a:t>✅ Custom Filters and Categorization: Users can filter services based on tags or categories, enabling them to discover places that specifically meet their needs, such as “Good Wi-Fi”, “Wheelchair Accessible”, or “Quiet Environment”.</a:t>
            </a:r>
          </a:p>
          <a:p>
            <a:r>
              <a:rPr lang="en-IN" sz="2000" dirty="0"/>
              <a:t>✅Verified Listings with Admin Control: An admin panel ensures only trusted and verified services are shown on the map, reducing spam, duplicates, or irrelevant results — a major issue in open platforms like Google Maps.</a:t>
            </a:r>
          </a:p>
          <a:p>
            <a:r>
              <a:rPr lang="en-IN" sz="2000" dirty="0"/>
              <a:t>✅ Minimalist &amp; Mobile-First UI: The app is designed with simplicity and speed in mind, offering a smooth experience even on lower-end devices or in low-network areas.</a:t>
            </a:r>
          </a:p>
        </p:txBody>
      </p:sp>
    </p:spTree>
    <p:extLst>
      <p:ext uri="{BB962C8B-B14F-4D97-AF65-F5344CB8AC3E}">
        <p14:creationId xmlns:p14="http://schemas.microsoft.com/office/powerpoint/2010/main" val="520000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4892040" cy="5029200"/>
          </a:xfrm>
        </p:spPr>
        <p:txBody>
          <a:bodyPr anchor="ctr"/>
          <a:lstStyle/>
          <a:p>
            <a:r>
              <a:rPr lang="en-US" dirty="0"/>
              <a:t>2410030229-LIKITHA THUMMA</a:t>
            </a:r>
          </a:p>
          <a:p>
            <a:r>
              <a:rPr lang="en-US" dirty="0"/>
              <a:t>2410030228-BIJJU ADITHI YADAV</a:t>
            </a:r>
          </a:p>
          <a:p>
            <a:r>
              <a:rPr lang="en-US" dirty="0"/>
              <a:t>2410030430-MALREDDY MANOGNA</a:t>
            </a:r>
          </a:p>
          <a:p>
            <a:r>
              <a:rPr lang="en-US" dirty="0"/>
              <a:t>2410030232-ESHA MANOGNA.H</a:t>
            </a:r>
          </a:p>
          <a:p>
            <a:r>
              <a:rPr lang="en-US" dirty="0"/>
              <a:t>2410030076-NAGA SREEJA KODALI</a:t>
            </a:r>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{C2FD1CD0-B59A-43BB-918F-E405FF7FF1ED}tf11964407_win32</Template>
  <TotalTime>11</TotalTime>
  <Words>400</Words>
  <Application>Microsoft Office PowerPoint</Application>
  <PresentationFormat>Widescreen</PresentationFormat>
  <Paragraphs>21</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Courier New</vt:lpstr>
      <vt:lpstr>Gill Sans Nova Light</vt:lpstr>
      <vt:lpstr>Sagona Book</vt:lpstr>
      <vt:lpstr>Custom</vt:lpstr>
      <vt:lpstr>INTERACTIVE MAP FOR LOCAL SERVICES</vt:lpstr>
      <vt:lpstr>INTRODUCTION</vt:lpstr>
      <vt:lpstr>OUTCOMES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likithathumma@gmail.com</dc:creator>
  <cp:lastModifiedBy>likithathumma@gmail.com</cp:lastModifiedBy>
  <cp:revision>1</cp:revision>
  <dcterms:created xsi:type="dcterms:W3CDTF">2025-08-01T07:48:11Z</dcterms:created>
  <dcterms:modified xsi:type="dcterms:W3CDTF">2025-08-01T08:00:03Z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